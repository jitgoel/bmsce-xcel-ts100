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184DA70-C731-4C70-880D-CCD4705E623C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5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4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1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65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8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8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0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9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005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4175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97974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2744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6394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574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521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55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600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703" y="508470"/>
            <a:ext cx="9162660" cy="1516273"/>
          </a:xfrm>
        </p:spPr>
        <p:txBody>
          <a:bodyPr>
            <a:normAutofit fontScale="90000"/>
          </a:bodyPr>
          <a:lstStyle/>
          <a:p>
            <a:r>
              <a:rPr lang="en-US" sz="5400" i="1" dirty="0"/>
              <a:t>Resume Analyzer using GenAI</a:t>
            </a:r>
            <a:endParaRPr lang="en-US" sz="88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3FB2B-405B-82D1-6086-46FEF84BE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2211"/>
            <a:ext cx="12192000" cy="466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4568-8D32-5B7B-4F51-CA00A511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93EE5-28F4-3574-371C-26B075B9B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337" y="1940250"/>
            <a:ext cx="10058400" cy="376089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Project Overview: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AI Resume Analyzer</a:t>
            </a:r>
            <a:r>
              <a:rPr lang="en-US" dirty="0"/>
              <a:t> is a web-based system that analyzes resumes using </a:t>
            </a:r>
            <a:r>
              <a:rPr lang="en-US" b="1" dirty="0"/>
              <a:t>Generative AI (LLM)</a:t>
            </a:r>
            <a:r>
              <a:rPr lang="en-US" dirty="0"/>
              <a:t> to evaluate candidate skills, experience, and job relevance.</a:t>
            </a:r>
          </a:p>
          <a:p>
            <a:r>
              <a:rPr lang="en-US" b="1" dirty="0"/>
              <a:t>Objective:</a:t>
            </a:r>
            <a:endParaRPr lang="en-US" dirty="0"/>
          </a:p>
          <a:p>
            <a:r>
              <a:rPr lang="en-US" dirty="0"/>
              <a:t>Automate resume screening</a:t>
            </a:r>
          </a:p>
          <a:p>
            <a:r>
              <a:rPr lang="en-US" dirty="0"/>
              <a:t>Provide intelligent feedback on resumes</a:t>
            </a:r>
          </a:p>
          <a:p>
            <a:r>
              <a:rPr lang="en-US" dirty="0"/>
              <a:t>Help recruiters filter candidates efficiently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02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B9C15-8F9F-B912-E6E2-5BE92AF7F947}"/>
              </a:ext>
            </a:extLst>
          </p:cNvPr>
          <p:cNvSpPr txBox="1"/>
          <p:nvPr/>
        </p:nvSpPr>
        <p:spPr>
          <a:xfrm>
            <a:off x="326571" y="1231641"/>
            <a:ext cx="11709919" cy="4991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95E16-1B7C-8D6D-B461-FEA7D03BBB0F}"/>
              </a:ext>
            </a:extLst>
          </p:cNvPr>
          <p:cNvSpPr txBox="1"/>
          <p:nvPr/>
        </p:nvSpPr>
        <p:spPr>
          <a:xfrm>
            <a:off x="569167" y="867747"/>
            <a:ext cx="1153885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Frontend</a:t>
            </a:r>
          </a:p>
          <a:p>
            <a:r>
              <a:rPr lang="en-IN" sz="2400" b="1" dirty="0"/>
              <a:t>React</a:t>
            </a:r>
            <a:r>
              <a:rPr lang="en-IN" sz="2400" dirty="0"/>
              <a:t> – User interface development</a:t>
            </a:r>
          </a:p>
          <a:p>
            <a:r>
              <a:rPr lang="en-IN" sz="2400" b="1" dirty="0"/>
              <a:t>Vite</a:t>
            </a:r>
            <a:r>
              <a:rPr lang="en-IN" sz="2400" dirty="0"/>
              <a:t> – Fast frontend build tool</a:t>
            </a:r>
          </a:p>
          <a:p>
            <a:r>
              <a:rPr lang="en-IN" sz="2400" b="1" dirty="0"/>
              <a:t>JavaScript</a:t>
            </a:r>
            <a:r>
              <a:rPr lang="en-IN" sz="2400" dirty="0"/>
              <a:t> – Application logic</a:t>
            </a:r>
          </a:p>
          <a:p>
            <a:r>
              <a:rPr lang="en-IN" sz="2400" b="1" dirty="0"/>
              <a:t>Axios</a:t>
            </a:r>
            <a:r>
              <a:rPr lang="en-IN" sz="2400" dirty="0"/>
              <a:t> – API communication between frontend and backend</a:t>
            </a:r>
          </a:p>
          <a:p>
            <a:endParaRPr lang="en-IN" sz="2400" dirty="0"/>
          </a:p>
          <a:p>
            <a:r>
              <a:rPr lang="en-IN" sz="2400" b="1" dirty="0"/>
              <a:t>Backend</a:t>
            </a:r>
          </a:p>
          <a:p>
            <a:r>
              <a:rPr lang="en-IN" sz="2400" b="1" dirty="0"/>
              <a:t>Python 3</a:t>
            </a:r>
            <a:endParaRPr lang="en-IN" sz="2400" dirty="0"/>
          </a:p>
          <a:p>
            <a:r>
              <a:rPr lang="en-IN" sz="2400" b="1" dirty="0" err="1"/>
              <a:t>FastAPI</a:t>
            </a:r>
            <a:r>
              <a:rPr lang="en-IN" sz="2400" dirty="0"/>
              <a:t> – High-performance API framework</a:t>
            </a:r>
          </a:p>
          <a:p>
            <a:r>
              <a:rPr lang="en-IN" sz="2400" b="1" dirty="0" err="1"/>
              <a:t>Uvicorn</a:t>
            </a:r>
            <a:r>
              <a:rPr lang="en-IN" sz="2400" dirty="0"/>
              <a:t> – ASGI server for running </a:t>
            </a:r>
            <a:r>
              <a:rPr lang="en-IN" sz="2400" dirty="0" err="1"/>
              <a:t>FastAPI</a:t>
            </a:r>
            <a:r>
              <a:rPr lang="en-IN" sz="2400" dirty="0"/>
              <a:t> applications</a:t>
            </a:r>
          </a:p>
          <a:p>
            <a:endParaRPr lang="en-IN" sz="2400" dirty="0"/>
          </a:p>
          <a:p>
            <a:r>
              <a:rPr lang="en-IN" sz="2400" b="1" dirty="0"/>
              <a:t>AI Integration</a:t>
            </a:r>
          </a:p>
          <a:p>
            <a:r>
              <a:rPr lang="en-IN" sz="2400" b="1" dirty="0"/>
              <a:t>Google Gemini (LLM)</a:t>
            </a:r>
            <a:r>
              <a:rPr lang="en-IN" sz="2400" dirty="0"/>
              <a:t> – Resume analysis and intelligent feedback</a:t>
            </a:r>
          </a:p>
          <a:p>
            <a:r>
              <a:rPr lang="en-IN" sz="2400" b="1" dirty="0"/>
              <a:t>Natural Language Processing (NLP)</a:t>
            </a:r>
            <a:r>
              <a:rPr lang="en-IN" sz="2400" dirty="0"/>
              <a:t> – Text processing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DFA5B-6A7C-816C-ADAE-52E0A573C3A7}"/>
              </a:ext>
            </a:extLst>
          </p:cNvPr>
          <p:cNvSpPr txBox="1"/>
          <p:nvPr/>
        </p:nvSpPr>
        <p:spPr>
          <a:xfrm>
            <a:off x="3778898" y="164000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222806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4E3564-C690-50B2-52FD-5B2BF342024C}"/>
              </a:ext>
            </a:extLst>
          </p:cNvPr>
          <p:cNvSpPr txBox="1"/>
          <p:nvPr/>
        </p:nvSpPr>
        <p:spPr>
          <a:xfrm>
            <a:off x="105747" y="842274"/>
            <a:ext cx="117565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Step 1: Resume Upload</a:t>
            </a:r>
          </a:p>
          <a:p>
            <a:r>
              <a:rPr lang="en-US" sz="2000" dirty="0"/>
              <a:t>User uploads a resume through the </a:t>
            </a:r>
            <a:r>
              <a:rPr lang="en-US" sz="2000" b="1" dirty="0"/>
              <a:t>React frontend interface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Step 2: API Communication</a:t>
            </a:r>
          </a:p>
          <a:p>
            <a:r>
              <a:rPr lang="en-US" sz="2000" dirty="0"/>
              <a:t>The frontend sends the resume data to the backend using </a:t>
            </a:r>
            <a:r>
              <a:rPr lang="en-US" sz="2000" b="1" dirty="0"/>
              <a:t>Axios API </a:t>
            </a:r>
            <a:r>
              <a:rPr lang="en-US" sz="2000" b="1" dirty="0" err="1"/>
              <a:t>requests</a:t>
            </a:r>
            <a:r>
              <a:rPr lang="en-US" sz="2000" dirty="0" err="1"/>
              <a:t>.PyPdf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Step 3: Backend Processing</a:t>
            </a:r>
          </a:p>
          <a:p>
            <a:r>
              <a:rPr lang="en-US" sz="2000" b="1" dirty="0" err="1"/>
              <a:t>FastAPI</a:t>
            </a:r>
            <a:r>
              <a:rPr lang="en-US" sz="2000" b="1" dirty="0"/>
              <a:t> server</a:t>
            </a:r>
            <a:r>
              <a:rPr lang="en-US" sz="2000" dirty="0"/>
              <a:t> receives the request and processes the resume text.</a:t>
            </a:r>
          </a:p>
          <a:p>
            <a:endParaRPr lang="en-US" sz="2000" dirty="0"/>
          </a:p>
          <a:p>
            <a:r>
              <a:rPr lang="en-US" sz="2000" b="1" dirty="0"/>
              <a:t>Step 4: LLM Analysis</a:t>
            </a:r>
          </a:p>
          <a:p>
            <a:r>
              <a:rPr lang="en-US" sz="2000" dirty="0"/>
              <a:t>The resume data is sent to </a:t>
            </a:r>
            <a:r>
              <a:rPr lang="en-US" sz="2000" b="1" dirty="0"/>
              <a:t>Google Gemini API</a:t>
            </a:r>
            <a:r>
              <a:rPr lang="en-US" sz="2000" dirty="0"/>
              <a:t>, which analyzes:</a:t>
            </a:r>
          </a:p>
          <a:p>
            <a:r>
              <a:rPr lang="en-US" sz="2000" dirty="0"/>
              <a:t>Skills</a:t>
            </a:r>
          </a:p>
          <a:p>
            <a:r>
              <a:rPr lang="en-US" sz="2000" dirty="0"/>
              <a:t>Experience</a:t>
            </a:r>
          </a:p>
          <a:p>
            <a:r>
              <a:rPr lang="en-US" sz="2000" dirty="0"/>
              <a:t>Resume quality</a:t>
            </a:r>
          </a:p>
          <a:p>
            <a:r>
              <a:rPr lang="en-US" sz="2000" dirty="0"/>
              <a:t>Job role matching</a:t>
            </a:r>
          </a:p>
          <a:p>
            <a:endParaRPr lang="en-US" sz="2000" dirty="0"/>
          </a:p>
          <a:p>
            <a:r>
              <a:rPr lang="en-US" sz="2000" b="1" dirty="0"/>
              <a:t>Step 5: Result Generation</a:t>
            </a:r>
          </a:p>
          <a:p>
            <a:r>
              <a:rPr lang="en-US" sz="2000" dirty="0"/>
              <a:t>The analysis results are returned to the </a:t>
            </a:r>
            <a:r>
              <a:rPr lang="en-US" sz="2000" b="1" dirty="0"/>
              <a:t>frontend and displayed to the user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38465-A725-04EB-35F5-D8F394EAB950}"/>
              </a:ext>
            </a:extLst>
          </p:cNvPr>
          <p:cNvSpPr txBox="1"/>
          <p:nvPr/>
        </p:nvSpPr>
        <p:spPr>
          <a:xfrm>
            <a:off x="1987420" y="195943"/>
            <a:ext cx="613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System Workflow</a:t>
            </a:r>
          </a:p>
        </p:txBody>
      </p:sp>
    </p:spTree>
    <p:extLst>
      <p:ext uri="{BB962C8B-B14F-4D97-AF65-F5344CB8AC3E}">
        <p14:creationId xmlns:p14="http://schemas.microsoft.com/office/powerpoint/2010/main" val="35788332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77</TotalTime>
  <Words>214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</vt:lpstr>
      <vt:lpstr>Resume Analyzer using GenAI</vt:lpstr>
      <vt:lpstr>Project Overview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R</dc:creator>
  <cp:lastModifiedBy>shashank R</cp:lastModifiedBy>
  <cp:revision>1</cp:revision>
  <dcterms:created xsi:type="dcterms:W3CDTF">2026-03-06T10:19:21Z</dcterms:created>
  <dcterms:modified xsi:type="dcterms:W3CDTF">2026-03-06T11:36:23Z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