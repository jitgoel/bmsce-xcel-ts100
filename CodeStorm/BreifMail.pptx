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17"/>
  </p:notes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539" autoAdjust="0"/>
  </p:normalViewPr>
  <p:slideViewPr>
    <p:cSldViewPr snapToGrid="0">
      <p:cViewPr varScale="1">
        <p:scale>
          <a:sx n="86" d="100"/>
          <a:sy n="86" d="100"/>
        </p:scale>
        <p:origin x="51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1D2603-AA27-4871-8CB9-0C82A3B6913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E58A7-FCB3-4763-B0F4-AE1DFDFF53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737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BE58A7-FCB3-4763-B0F4-AE1DFDFF538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709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3/6/2026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dirty="0" err="1"/>
              <a:t>BreifMail</a:t>
            </a:r>
            <a:endParaRPr lang="en-US" sz="8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902247" cy="1021498"/>
          </a:xfrm>
        </p:spPr>
        <p:txBody>
          <a:bodyPr>
            <a:normAutofit fontScale="25000" lnSpcReduction="20000"/>
          </a:bodyPr>
          <a:lstStyle/>
          <a:p>
            <a:r>
              <a:rPr lang="en-US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Ai powered email summarizer</a:t>
            </a:r>
          </a:p>
          <a:p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TEAM CODESTORM:</a:t>
            </a:r>
          </a:p>
          <a:p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    VENUGOPAL m (1wa23cs038)</a:t>
            </a:r>
          </a:p>
          <a:p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    Yashwanth s(1wa23cs050)</a:t>
            </a:r>
          </a:p>
          <a:p>
            <a:r>
              <a:rPr lang="en-US" sz="4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			    Varun R(1bm24cs430)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D37B0A-8E57-69CE-4C89-B52F9035DFE2}"/>
              </a:ext>
            </a:extLst>
          </p:cNvPr>
          <p:cNvSpPr txBox="1"/>
          <p:nvPr/>
        </p:nvSpPr>
        <p:spPr>
          <a:xfrm>
            <a:off x="455543" y="150414"/>
            <a:ext cx="112809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 Problem Statement</a:t>
            </a:r>
          </a:p>
          <a:p>
            <a:pPr>
              <a:buNone/>
            </a:pPr>
            <a:r>
              <a:rPr lang="en-US" dirty="0"/>
              <a:t>    Professionals and students receive </a:t>
            </a:r>
            <a:r>
              <a:rPr lang="en-US" b="1" dirty="0"/>
              <a:t>a large number of emails daily</a:t>
            </a:r>
            <a:r>
              <a:rPr lang="en-US" dirty="0"/>
              <a:t>, making it difficult to quickly identify important information.</a:t>
            </a:r>
          </a:p>
          <a:p>
            <a:pPr>
              <a:buNone/>
            </a:pPr>
            <a:r>
              <a:rPr lang="en-US" dirty="0"/>
              <a:t>Reading every email fully consumes time and reduces productivity.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Key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Email overload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Time wasted reading long 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Important information gets missed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Difficulty prioritizing emails quickly</a:t>
            </a:r>
          </a:p>
          <a:p>
            <a:endParaRPr lang="en-US" dirty="0"/>
          </a:p>
          <a:p>
            <a:endParaRPr lang="en-US" dirty="0"/>
          </a:p>
          <a:p>
            <a:pPr>
              <a:buNone/>
            </a:pPr>
            <a:r>
              <a:rPr lang="en-US" b="1" dirty="0"/>
              <a:t>Objective</a:t>
            </a:r>
          </a:p>
          <a:p>
            <a:pPr>
              <a:buNone/>
            </a:pPr>
            <a:r>
              <a:rPr lang="en-US" dirty="0"/>
              <a:t>Build an </a:t>
            </a:r>
            <a:r>
              <a:rPr lang="en-US" b="1" dirty="0"/>
              <a:t>AI-powered Email Summarizer</a:t>
            </a:r>
            <a:r>
              <a:rPr lang="en-US" dirty="0"/>
              <a:t> that automatically reads emails and generates </a:t>
            </a:r>
            <a:r>
              <a:rPr lang="en-US" b="1" dirty="0"/>
              <a:t>short, meaningful summaries</a:t>
            </a:r>
            <a:r>
              <a:rPr lang="en-US" dirty="0"/>
              <a:t> so users can understand the message instantly.</a:t>
            </a:r>
          </a:p>
        </p:txBody>
      </p:sp>
    </p:spTree>
    <p:extLst>
      <p:ext uri="{BB962C8B-B14F-4D97-AF65-F5344CB8AC3E}">
        <p14:creationId xmlns:p14="http://schemas.microsoft.com/office/powerpoint/2010/main" val="4119067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833B3A-89CF-7960-4048-60F53793A715}"/>
              </a:ext>
            </a:extLst>
          </p:cNvPr>
          <p:cNvSpPr txBox="1"/>
          <p:nvPr/>
        </p:nvSpPr>
        <p:spPr>
          <a:xfrm>
            <a:off x="79513" y="-1"/>
            <a:ext cx="1211248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2 Solution Architecture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System Workflow</a:t>
            </a:r>
          </a:p>
          <a:p>
            <a:pPr>
              <a:buNone/>
            </a:pPr>
            <a:endParaRPr lang="en-IN" b="1" dirty="0"/>
          </a:p>
          <a:p>
            <a:pPr>
              <a:buFont typeface="+mj-lt"/>
              <a:buAutoNum type="arabicPeriod"/>
            </a:pPr>
            <a:r>
              <a:rPr lang="en-IN" b="1" dirty="0"/>
              <a:t>User Login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User enters Gmail ID and App Password.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Email Fetching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The system connects to Gmail using </a:t>
            </a:r>
            <a:r>
              <a:rPr lang="en-IN" b="1" dirty="0"/>
              <a:t>IMAP protocol</a:t>
            </a:r>
            <a:r>
              <a:rPr lang="en-IN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Emails are retrieved from the inbox.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Email Processing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Email body text is extracted and cleaned.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AI Summarization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NLP model processes the email text.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Generates a short and clear summary.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User Interface</a:t>
            </a:r>
            <a:endParaRPr lang="en-IN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 err="1"/>
              <a:t>Streamlit</a:t>
            </a:r>
            <a:r>
              <a:rPr lang="en-IN" dirty="0"/>
              <a:t> dashboard displays: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dirty="0"/>
              <a:t>Email subject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dirty="0"/>
              <a:t>Sender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IN" dirty="0"/>
              <a:t>AI-generated summary</a:t>
            </a:r>
          </a:p>
        </p:txBody>
      </p:sp>
    </p:spTree>
    <p:extLst>
      <p:ext uri="{BB962C8B-B14F-4D97-AF65-F5344CB8AC3E}">
        <p14:creationId xmlns:p14="http://schemas.microsoft.com/office/powerpoint/2010/main" val="2545924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128BB5-59AE-BDB9-6A2E-F245E6DF80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286246"/>
            <a:ext cx="10287000" cy="562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57FF3-519B-1285-501E-4D1DC7688B21}"/>
              </a:ext>
            </a:extLst>
          </p:cNvPr>
          <p:cNvSpPr txBox="1"/>
          <p:nvPr/>
        </p:nvSpPr>
        <p:spPr>
          <a:xfrm>
            <a:off x="174929" y="135172"/>
            <a:ext cx="1193490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3 Tech Stack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b="1" dirty="0"/>
              <a:t>Frontend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Streamlit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 UI components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Backend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AI / NLP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TextBlob</a:t>
            </a:r>
            <a:r>
              <a:rPr lang="en-IN" dirty="0"/>
              <a:t> / NLP summarization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Natural Language Processing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Email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IMAP protocol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Gmail App Password authentication</a:t>
            </a:r>
          </a:p>
          <a:p>
            <a:pPr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060522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1E8C8E-8786-0228-F483-A51EAED8A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4980" y="4841288"/>
            <a:ext cx="5152601" cy="92155"/>
          </a:xfrm>
        </p:spPr>
        <p:txBody>
          <a:bodyPr/>
          <a:lstStyle/>
          <a:p>
            <a:r>
              <a:rPr lang="en-US" sz="1600" b="1" dirty="0"/>
              <a:t>Fig 1. Home Page</a:t>
            </a:r>
            <a:endParaRPr lang="en-IN" sz="1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5B6201-1CB6-AC14-4B5B-DCCA6EB37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1051560" y="5715000"/>
            <a:ext cx="45719" cy="45719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C53AEBA1-9277-0F25-B530-769C7EF4FD5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63" b="14563"/>
          <a:stretch>
            <a:fillRect/>
          </a:stretch>
        </p:blipFill>
        <p:spPr>
          <a:xfrm>
            <a:off x="719107" y="232971"/>
            <a:ext cx="10933284" cy="4105681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</p:spTree>
    <p:extLst>
      <p:ext uri="{BB962C8B-B14F-4D97-AF65-F5344CB8AC3E}">
        <p14:creationId xmlns:p14="http://schemas.microsoft.com/office/powerpoint/2010/main" val="2264053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1BCAAA5-E80D-6A69-7379-6CD32D8C3CF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66" b="14466"/>
          <a:stretch>
            <a:fillRect/>
          </a:stretch>
        </p:blipFill>
        <p:spPr>
          <a:xfrm>
            <a:off x="843394" y="328474"/>
            <a:ext cx="10158865" cy="3814870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AF36D4D-3156-153C-D1B9-411E37746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7628" y="4998128"/>
            <a:ext cx="5942713" cy="109910"/>
          </a:xfrm>
        </p:spPr>
        <p:txBody>
          <a:bodyPr/>
          <a:lstStyle/>
          <a:p>
            <a:r>
              <a:rPr lang="en-US" sz="1600" b="1" dirty="0"/>
              <a:t>Fig 2 . Email Dashboard</a:t>
            </a:r>
            <a:endParaRPr lang="en-IN" sz="1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30E72-B64C-FE0F-D8BA-D8424B7E91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 flipH="1">
            <a:off x="322246" y="6341158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807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A0114B30-7643-3BD6-C33E-9B26D264C87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90" b="14290"/>
          <a:stretch>
            <a:fillRect/>
          </a:stretch>
        </p:blipFill>
        <p:spPr>
          <a:xfrm>
            <a:off x="147961" y="0"/>
            <a:ext cx="11896078" cy="4578350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C1231A2C-F1BA-A384-C31E-6901A4FF0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5789" y="4767309"/>
            <a:ext cx="4912904" cy="314096"/>
          </a:xfrm>
        </p:spPr>
        <p:txBody>
          <a:bodyPr/>
          <a:lstStyle/>
          <a:p>
            <a:r>
              <a:rPr lang="en-US" sz="1600" b="1" dirty="0"/>
              <a:t>Fig 3. Email Insights</a:t>
            </a:r>
            <a:endParaRPr lang="en-IN" sz="1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30D4A5-9CE9-C129-B307-76CE96DDE9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6278880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2642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998AE1F8-F08B-1434-D5A8-B3794FD811D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22" b="14422"/>
          <a:stretch>
            <a:fillRect/>
          </a:stretch>
        </p:blipFill>
        <p:spPr>
          <a:xfrm>
            <a:off x="426143" y="66958"/>
            <a:ext cx="11469935" cy="4307205"/>
          </a:xfrm>
          <a:prstGeom prst="rect">
            <a:avLst/>
          </a:prstGeom>
          <a:solidFill>
            <a:srgbClr val="FFFFFF">
              <a:lumMod val="85000"/>
            </a:srgbClr>
          </a:solidFill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FA04B43-38B2-1617-DADE-81AE1B95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0793" y="4933443"/>
            <a:ext cx="4998721" cy="296341"/>
          </a:xfrm>
        </p:spPr>
        <p:txBody>
          <a:bodyPr/>
          <a:lstStyle/>
          <a:p>
            <a:r>
              <a:rPr lang="en-US" sz="1600" b="1" dirty="0"/>
              <a:t>Fig 4.Daily Digest</a:t>
            </a:r>
            <a:endParaRPr lang="en-IN" sz="16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E3338-E792-B95C-BF5E-019B6CE6E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6278880"/>
            <a:ext cx="47940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8205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6F2C84E-758C-ACE1-70DD-FC4827DD23B6}"/>
              </a:ext>
            </a:extLst>
          </p:cNvPr>
          <p:cNvSpPr txBox="1"/>
          <p:nvPr/>
        </p:nvSpPr>
        <p:spPr>
          <a:xfrm>
            <a:off x="328474" y="248575"/>
            <a:ext cx="1165638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/>
              <a:t>5 Demo Instructions</a:t>
            </a:r>
          </a:p>
          <a:p>
            <a:pPr>
              <a:buNone/>
            </a:pPr>
            <a:endParaRPr lang="en-US" sz="2000" b="1" dirty="0"/>
          </a:p>
          <a:p>
            <a:pPr>
              <a:buNone/>
            </a:pPr>
            <a:r>
              <a:rPr lang="en-US" b="1" dirty="0"/>
              <a:t>Step 1</a:t>
            </a:r>
          </a:p>
          <a:p>
            <a:pPr>
              <a:buNone/>
            </a:pPr>
            <a:r>
              <a:rPr lang="en-US" sz="1600" dirty="0"/>
              <a:t>Run the application:</a:t>
            </a:r>
          </a:p>
          <a:p>
            <a:pPr rtl="0">
              <a:buNone/>
            </a:pPr>
            <a:r>
              <a:rPr lang="en-US" sz="1600" dirty="0" err="1">
                <a:latin typeface="Courier New" panose="02070309020205020404" pitchFamily="49" charset="0"/>
              </a:rPr>
              <a:t>streamlit</a:t>
            </a:r>
            <a:r>
              <a:rPr lang="en-US" sz="1600" dirty="0">
                <a:latin typeface="Courier New" panose="02070309020205020404" pitchFamily="49" charset="0"/>
              </a:rPr>
              <a:t> run app.py</a:t>
            </a: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 2</a:t>
            </a:r>
          </a:p>
          <a:p>
            <a:pPr>
              <a:buNone/>
            </a:pPr>
            <a:r>
              <a:rPr lang="en-US" sz="1600" dirty="0"/>
              <a:t>Open browser:</a:t>
            </a:r>
          </a:p>
          <a:p>
            <a:pPr rtl="0">
              <a:buNone/>
            </a:pPr>
            <a:r>
              <a:rPr lang="en-US" sz="1600" dirty="0">
                <a:latin typeface="Courier New" panose="02070309020205020404" pitchFamily="49" charset="0"/>
                <a:hlinkClick r:id="rId2"/>
              </a:rPr>
              <a:t>http://localhost:8501</a:t>
            </a:r>
            <a:endParaRPr lang="en-US" sz="1600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b="1" dirty="0"/>
              <a:t>Step 3</a:t>
            </a:r>
          </a:p>
          <a:p>
            <a:pPr>
              <a:buNone/>
            </a:pPr>
            <a:r>
              <a:rPr lang="en-US" sz="1600" dirty="0"/>
              <a:t>Login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Gmail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Gmail App Password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b="1" dirty="0"/>
              <a:t>Step 4</a:t>
            </a:r>
          </a:p>
          <a:p>
            <a:pPr>
              <a:buNone/>
            </a:pPr>
            <a:r>
              <a:rPr lang="en-US" sz="1600" dirty="0"/>
              <a:t>Click </a:t>
            </a:r>
            <a:r>
              <a:rPr lang="en-US" sz="1600" b="1" dirty="0"/>
              <a:t>Fetch Emails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b="1" dirty="0"/>
              <a:t>Step 5</a:t>
            </a:r>
          </a:p>
          <a:p>
            <a:pPr>
              <a:buNone/>
            </a:pPr>
            <a:r>
              <a:rPr lang="en-US" sz="1600" dirty="0"/>
              <a:t>System will: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Retrieve 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Generate summaries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Display them in the dashboard</a:t>
            </a:r>
          </a:p>
        </p:txBody>
      </p:sp>
    </p:spTree>
    <p:extLst>
      <p:ext uri="{BB962C8B-B14F-4D97-AF65-F5344CB8AC3E}">
        <p14:creationId xmlns:p14="http://schemas.microsoft.com/office/powerpoint/2010/main" val="35054418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DC699B3-3C99-CABF-8261-DE8602F3E815}"/>
              </a:ext>
            </a:extLst>
          </p:cNvPr>
          <p:cNvSpPr txBox="1"/>
          <p:nvPr/>
        </p:nvSpPr>
        <p:spPr>
          <a:xfrm>
            <a:off x="71021" y="-1"/>
            <a:ext cx="1212097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 Future Improvements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AI Improvements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 LLMs like GPT / BERT for better summaries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Sentiment analysis of emails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Productivity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Priority email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Spam filtering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categorization (Work / Personal / Urgent)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Smart Alerts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Notify user of important emails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 Integration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Outlook and Yahoo support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Mobile application</a:t>
            </a:r>
          </a:p>
          <a:p>
            <a:endParaRPr lang="en-IN" dirty="0"/>
          </a:p>
          <a:p>
            <a:pPr>
              <a:buNone/>
            </a:pPr>
            <a:r>
              <a:rPr lang="en-IN" b="1" dirty="0"/>
              <a:t>Advanced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Email reply suggestions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Meeting extraction from emails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Task creation from emails</a:t>
            </a:r>
          </a:p>
        </p:txBody>
      </p:sp>
    </p:spTree>
    <p:extLst>
      <p:ext uri="{BB962C8B-B14F-4D97-AF65-F5344CB8AC3E}">
        <p14:creationId xmlns:p14="http://schemas.microsoft.com/office/powerpoint/2010/main" val="420905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476530-C3BB-2C9F-524F-7B428A972718}"/>
              </a:ext>
            </a:extLst>
          </p:cNvPr>
          <p:cNvSpPr txBox="1"/>
          <p:nvPr/>
        </p:nvSpPr>
        <p:spPr>
          <a:xfrm>
            <a:off x="3867705" y="2228671"/>
            <a:ext cx="44565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Thank You</a:t>
            </a:r>
            <a:endParaRPr lang="en-IN" sz="7200" dirty="0"/>
          </a:p>
        </p:txBody>
      </p:sp>
    </p:spTree>
    <p:extLst>
      <p:ext uri="{BB962C8B-B14F-4D97-AF65-F5344CB8AC3E}">
        <p14:creationId xmlns:p14="http://schemas.microsoft.com/office/powerpoint/2010/main" val="13081329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{74FB0C12-5625-4C24-81A2-AD1394BA9ECD}tf56160789_win32</Template>
  <TotalTime>29</TotalTime>
  <Words>355</Words>
  <Application>Microsoft Office PowerPoint</Application>
  <PresentationFormat>Widescreen</PresentationFormat>
  <Paragraphs>107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Courier New</vt:lpstr>
      <vt:lpstr>Franklin Gothic Book</vt:lpstr>
      <vt:lpstr>Custom</vt:lpstr>
      <vt:lpstr>BreifMail</vt:lpstr>
      <vt:lpstr>PowerPoint Presentation</vt:lpstr>
      <vt:lpstr>PowerPoint Presentation</vt:lpstr>
      <vt:lpstr>PowerPoint Presentation</vt:lpstr>
      <vt:lpstr>PowerPoint Presentation</vt:lpstr>
      <vt:lpstr>Fig 1. Home Page</vt:lpstr>
      <vt:lpstr>Fig 2 . Email Dashboard</vt:lpstr>
      <vt:lpstr>Fig 3. Email Insights</vt:lpstr>
      <vt:lpstr>Fig 4.Daily Digest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Venugopal M</dc:creator>
  <cp:lastModifiedBy>Venugopal M</cp:lastModifiedBy>
  <cp:revision>1</cp:revision>
  <dcterms:created xsi:type="dcterms:W3CDTF">2026-03-06T09:50:36Z</dcterms:created>
  <dcterms:modified xsi:type="dcterms:W3CDTF">2026-03-06T10:19:45Z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